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3DDC84"/>
                </a:solidFill>
                <a:latin typeface="Calibri"/>
              </a:rPr>
              <a:t>DIGITAL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8EAED"/>
                </a:solidFill>
                <a:latin typeface="Calibri"/>
              </a:rPr>
              <a:t>Центр цифровой поддержки граждан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A8F98"/>
                </a:solidFill>
                <a:latin typeface="Calibri"/>
              </a:rPr>
              <a:t>ИТ-хакатон · День 5 · Направление 1: Python и автоматизация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5669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DDC84"/>
                </a:solidFill>
                <a:latin typeface="Calibri"/>
              </a:rPr>
              <a:t>Команда: Modern Talking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DDC84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Calibri"/>
              </a:rPr>
              <a:t>Команда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F98"/>
                </a:solidFill>
                <a:latin typeface="Calibri"/>
              </a:rPr>
              <a:t>Распределение ролей в команде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Комиссаров Илья — Лидер команды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Госани Айдар — Технический специалист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Чернов Матвей — Специалист по информационной безопасности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Яноха Денис — Консультант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Чирков Костя — Документатор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DDC84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Calibri"/>
              </a:rP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Граждане испытывают трудности с цифровыми сервисами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Слабые и повторяющиеся пароли — причина взломов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Рост фишинга и телефонного мошенничества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Нет единого простого инструмента для цифрового куратора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DDC84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Calibri"/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Настольное приложение DIGITAL SUPPORT (Python + tkinter)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Генератор надёжных паролей (модуль secrets)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Анализатор надёжности пароля по 6 критериям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Журнал обращений граждан с хранением в JSON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Единый тёмный интерфейс в стиле massgrave.dev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DDC84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Calibri"/>
              </a:rPr>
              <a:t>Инструменты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Python 3 — язык разработки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tkinter — графический интерфейс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secrets — криптостойкая генерация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json, datetime — данные и даты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Мин. требования: ввод данных · функции · обработка ошибок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DDC84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Calibri"/>
              </a:rPr>
              <a:t>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README.md — описание проекта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/docs — база знаний, чек-листы, руководство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/excel — журнал обращений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/reports — итоговый отчёт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/presentation — эта презентация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/project — исходный код приложения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DDC84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Calibri"/>
              </a:rPr>
              <a:t>Безопасность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5 чек-листов: пароли, аккаунты, фишинг, устройства, финансы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База знаний FAQ — 35 вопросов и ответов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Памятка «Что делать при инциденте»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Генерация паролей через криптостойкий secrets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DDC84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Calibri"/>
              </a:rPr>
              <a:t>Практические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Рабочее приложение с тремя инструментами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Исправлена критическая ошибка запуска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Полный комплект документации и базы знаний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Готовый GitHub-репозиторий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DDC84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Calibri"/>
              </a:rPr>
              <a:t>Демонстрация: исправление ошибки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Ошибка: _tkinter.TclError: invalid command name "170"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Причина: self._w — служебный атрибут tkinter (путь виджета)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Было: self._w, self._h = width, height  →  затирало имя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Стало: self._cw, self._ch = width, height  →  работает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DDC84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Calibri"/>
              </a:rPr>
              <a:t>Защита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Проблема: безопасность и доступность цифровых сервисов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Технологии: Python, tkinter, secrets, json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Сложности: ошибка tkinter с атрибутом _w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Улучшения: шифрование, экспорт, поиск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Применение: МФЦ, библиотеки, школы, службы поддержки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DDC84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Calibri"/>
              </a:rPr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Цели Дня 5 выполнены полностью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Проект готов к демонстрации и защите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Команда освоила GitHub, документацию и отладку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▸  Продукт решает реальную задачу цифрового куратора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3DDC84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8EAED"/>
                </a:solidFill>
                <a:latin typeface="Calibri"/>
              </a:rPr>
              <a:t>Команда Modern Talking · DIGITAL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42976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8A8F98"/>
                </a:solidFill>
                <a:latin typeface="Calibri"/>
              </a:rPr>
              <a:t>Центр цифровой поддержки граждан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