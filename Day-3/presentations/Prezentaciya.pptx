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КУРАТОР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«Modern talking»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поддержка и помощь пользователям</a:t>
            </a:r>
            <a:endParaRPr lang="en-US" sz="1600" dirty="0"/>
          </a:p>
        </p:txBody>
      </p:sp>
      <p:pic>
        <p:nvPicPr>
          <p:cNvPr id="8" name="Image 0" descr="/data/img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4114800"/>
            <a:ext cx="2926080" cy="1636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Состав команды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CBD5E1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56232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Комиссаров Илья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Лидер, тех. специалист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1783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Руководство, техподдержка, защита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CBD5E1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35224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620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 Матвей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6207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по ИБ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8620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по безопасности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CBD5E1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14216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142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9410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Яноха Денис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94106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94106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Консультации пользователей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CBD5E1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09320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932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Чирков Костя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502005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Документатор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502005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Документация, журнал обращений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Описание кейса №1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Пенсионер не может войти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личный кабинет «Госуслуги»</a:t>
            </a:r>
            <a:endParaRPr lang="en-US" sz="2200" dirty="0"/>
          </a:p>
        </p:txBody>
      </p:sp>
      <p:pic>
        <p:nvPicPr>
          <p:cNvPr id="5" name="Image 0" descr="/data/img_pass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371600"/>
            <a:ext cx="4206240" cy="2295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563EB"/>
                </a:solidFill>
              </a:rPr>
              <a:t>Ситуация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При вводе логина и пароля система выдаёт ошибку «неверный пароль».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Пользователь не помнит точный пароль и логин.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Обращается к цифровому куратору за помощью.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06640" y="3931920"/>
            <a:ext cx="4206240" cy="2103120"/>
          </a:xfrm>
          <a:prstGeom prst="roundRect">
            <a:avLst>
              <a:gd name="adj" fmla="val 260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0690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92400E"/>
                </a:solidFill>
              </a:rPr>
              <a:t>⚠  Риски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8350F"/>
                </a:solidFill>
              </a:rPr>
              <a:t>Попытки войти через сомнительные сайты — риск кражи данных, мошенничества и блокировки аккаунта.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 проблемы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39696" cy="292608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1016" y="1828800"/>
            <a:ext cx="694944" cy="6949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271016" y="18288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логин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Телефон, почта или СНИЛС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2139696" cy="292608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1828800"/>
            <a:ext cx="694944" cy="69494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18288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44368" y="2743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ввод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35204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Раскладка, Caps Lock, «глаз»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554480"/>
            <a:ext cx="2139696" cy="292608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43016" y="1828800"/>
            <a:ext cx="694944" cy="6949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843016" y="18288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30368" y="2743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Офиц. сайт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35204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gosuslugi.ru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554480"/>
            <a:ext cx="2139696" cy="292608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1828800"/>
            <a:ext cx="694944" cy="69494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8129016" y="18288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516368" y="2743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Восстановить пароль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6368" y="35204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из SMS → новый пароль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554480"/>
            <a:ext cx="2139696" cy="292608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15016" y="1828800"/>
            <a:ext cx="694944" cy="6949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5016" y="18288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802368" y="2743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Защитить аккаунт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02368" y="35204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и надёжный пароль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8006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</a:rPr>
              <a:t>Рекомендация по безопасности: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83344"/>
                </a:solidFill>
              </a:rPr>
              <a:t>никому не сообщайте код из SMS и восстанавливайте доступ только на официальном сайте.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сформирована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57276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распределены, создана цифровая инфраструктура (GitHub).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3405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624328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фиксируются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62432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 Excel с фильтрами, сортировкой и условным форматированием.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675888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защищены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367588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«10 правил» помогает избежать мошенничества.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3717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727448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решён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4727448"/>
            <a:ext cx="6217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Пенсионер восстановил доступ к Госуслугам безопасно.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DigitalSupport-Team-7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2026-06-01T09:05:14Z</dcterms:created>
  <dcterms:modified xsi:type="dcterms:W3CDTF">2026-06-01T09:05:14Z</dcterms:modified>
</cp:coreProperties>
</file>